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029200" cy="50292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840480" cy="384048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YAZILIM MIMARILERI VE TASARIM YONTEMLERI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Tabanli Yazilim Kalitesi Analizi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LLM Destekli Degerlendirme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sistem: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 (Java HTML Parser) — 11 surum (1.14.1 → 1.22.2)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LLM yapilandirmasi  ·  kendi yazdigimiz metrik cikarici  ·  6 kalite niteligi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Grup: &lt;isimler / numaralar&gt;      Tarih: 2026-06-10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Amac ve Kapsam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0" y="164592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jsoup'un 11 surumunu QMOOD modeliyle analiz edip kalite evrimini olcmek; ayni metrikleri &gt;=3 LLM'e verip yorum yeteneklerini kiyaslamak.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6324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jsoup?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Tek/surekli git gecmisi, zengin kalitim-polimorfizm (Node→Element...), yonetilebilir boyut (~250 sinif), duzenli surum yayini.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8056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Ozgunluk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448056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Hicbir hazir arac yok: metrikler javalang ile kendi cozumleyicimizle cikarildi (yonerge: hazir sonuc kullanimi yasak).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Modeli: Metrik → Tasarim Ozelligi → Kalite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Tasarim metrikleri (sistem duzeyi)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boyut · NOH hiyerarsi · ANA soyutlama · DAM kapsulleme · DCC coupling · CAM cohesion · MOA kompozisyon · MFA kalitim · NOP polimorfizm · CIS mesajlasma · NOM karmasiklik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Kalite Niteligi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 · Flexibility · Understandability · Functionality · Extendibility · Effectiveness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Denklemleri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Reusability   = -0.25·DCC +0.25·CAM +0.50·CIS +0.50·DSC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Flexibility    =  0.25·DAM -0.25·DCC +0.50·MOA +0.50·NOP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Understand.  = -0.33·(ANA+DCC+NOP+NOM+DSC)+0.33·(DAM+CAM)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Functionality =  0.12·CAM +0.22·(NOP+CIS+DSC+NOH)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Extendibility =  0.50·(ANA+MFA+NOP) -0.50·DCC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Effectiveness =  0.20·(ANA+DAM+MOA+MFA+NOP)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Metrik Cikarim Pipeline'i (kendi gelistirdigimiz)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757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surumu git archive ile indir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49524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049524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50592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2032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javalang AST'den CK metrikleri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52544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51476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951476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5254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43984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duzeyi QMOOD + kalite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3428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3428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5449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45936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tablolari uret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755380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8755380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56448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47888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Grafikler (figures/)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05840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65733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1065733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005840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4984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karsilastirma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 sinif  ·  73 → 91 dosya  ·  cozumlenemeyen dosya = 0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SURECI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Seti: Tasarim Boyutu Buyumesi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design_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321040" y="173736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9019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+27.8%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45820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(sinif sayisi) buyumesi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321040" y="338328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321040" y="35478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D5A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surum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1.14.1 → 1.22.2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321040" y="50292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51937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+5.4%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5820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(ort. metot/sinif)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9.08 → 9.58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Niteliklerinin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quality_n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80" y="1554480"/>
            <a:ext cx="9814560" cy="42062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nitelikler artiyor (Reusability +%9, Flexibility +%8); </a:t>
            </a:r>
            <a:pPr algn="ctr"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Understandability tek yonlu kotulesiyor (-%20). </a:t>
            </a:r>
            <a:pPr algn="ctr" indent="0" marL="0">
              <a:buNone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Cift yonlu evrim.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Coupling ↑ vs Cohesion ↓ — Teknik Borc Makasi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oupling_coh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32709"/>
            <a:ext cx="7498080" cy="4089862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229600" y="18288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0" y="19933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3667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(cohesion) dususu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229600" y="347472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0" y="36393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+17.8%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366760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LCOM (CK) artisi — capraz dogrulama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0" y="512064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0" y="528523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366760" y="6035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DCC/CBO (coupling) artisi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TARTISMA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Teknik Borc: Kontrollu Birikim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cohesion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-8.0%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kapsulleme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6364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 karmasiklik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15400" y="190195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+17.4%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6517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 + MFA (olumlu)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erozyonu en guclu sinyal: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ve LCOM iki bagimsiz metrik ayni yone isaret ediyor.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Ancak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MOA/MFA artisi (+%17) bilincli kompozisyon/kalitim iyilestirmesi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yikici degil, kontrollu bir borc tablosu.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Kirilma noktasi ≈ 1.20.1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(ANA/DAM dip, LCOH zirve) →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1.21.2+ kismi toparlanma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(ANA, MFA, NOH yukari): ekip borcu fark edip odemeye baslamis.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Ortalamalarinin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k_me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degisimi (1.14.1 → 1.22.2)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2148840"/>
          <a:ext cx="3474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DESTEKLI DEGERLENDIRME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LLM Yapilandirmasi, Tek Ortak Prompt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Think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177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Fable, Sonnet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Copilot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753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Smart, Think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601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Expert, Inst-Std, Inst-Think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x2, Flash x3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Grok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Ayni prompt (01_full_evolution_prompt.txt) — rol atama, denklem gomme, sayisal-kanit zorunlulugu, yapilandirilmis 5 baslik.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KARSILASTIRMA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Elestirel Puanlama — Siralama (40 uzerinden)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llm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82585"/>
            <a:ext cx="7315200" cy="3990109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0467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kriter x 5 puan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046720" y="210312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Sayisal kanit · Denklem dogrulugu · DSC-artefakt farkindaligi · zamansal granulerlik · halusinasyon direnci · refactoring somutlugu · sinirlama farkindaligi · analitik derinlik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046720" y="4663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Lider: claude_opusHigh (40/40)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zayif grup: Gemini Flash kademesi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KARSILASTIRMA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Elestirel Bulgular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Uzlasi yuksek.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modelin tamami 'dis kalite artiyor, ic kalite geriliyor' anlatisinda birlesti — bizim analizimizle ortusuyor.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8716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halusinasyonu YOK.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Hicbir model sayisal deger uydurmadi (sayisal-kanit kuralinin basarisi).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11296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19856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Sinif adi halusinasyonu.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Bazi modeller toplu veriden turetilemeyecek sinif adlarini (Parser, Element...) refactoring hedefi gosterdi.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352544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Ayirt edici: DSC-artefakt.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guclu yanit, Reusability +%27'nin tamaminin boyut kaynakli oldugunu sayisal ayristirdi (kalite bileseni 1.969→1.958).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285232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Kademe &gt; saglayici.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 kademe reasoning modlari belirgin derin; ayni ailede Flash &lt;&lt; Pro.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SONUC VE GELECEK CALISMALAR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Sonuc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jsoup, 1.14→1.22 boyunca olgun ve kontrollu yonetilen bir kutuphane: yeniden kullanilabilirlik ve esneklik artarken anlasilabilirlik kademeli azaldi; cohesion en belirgin teknik borc egilimi. QMOOD bu cift yonlu evrimi nicel olarak yakalayabildi.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LLM'ler nitelikte uzlasti; ayrisma derinlikte oldu — ust kademe reasoning modlari, ciktiyi sinif duzeyi veriyle capraz dogrulama kosuluyla guvenilir yorum uretti.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Gelecek calismalar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Coklu proje karsilastirmasi (C# + Java)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yanitlarinin API ile otomatik, cok-tekrarli toplanmasi + istatistik anlamlilik testi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egilimleri ile gercek hata/commit kayitlari arasindaki korelasyon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QMOOD Tabanli Yazilim Kalitesi Analizi — jsoup</dc:title>
  <dc:subject>PptxGenJS Presentation</dc:subject>
  <dc:creator>QMOOD Projesi</dc:creator>
  <cp:lastModifiedBy>QMOOD Projesi</cp:lastModifiedBy>
  <cp:revision>1</cp:revision>
  <dcterms:created xsi:type="dcterms:W3CDTF">2026-06-09T23:34:13Z</dcterms:created>
  <dcterms:modified xsi:type="dcterms:W3CDTF">2026-06-09T23:34:13Z</dcterms:modified>
</cp:coreProperties>
</file>