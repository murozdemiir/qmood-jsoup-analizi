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029200" cy="50292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YAZILIM MİMARİLERİ VE TASARIM YÖNTEMLERİ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Tabanlı Yazılım Kalitesi Analizi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LLM Destekli Değerlendirme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sistem: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(Java HTML Parser) — 11 sürüm (1.14.1 → 1.22.2)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LLM yapılandırması  ·  kendi yazdığımız metrik çıkarıcı  ·  6 kalite niteliği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Murat Özdemir (255129022) · Mustafa Can Bozbuğa (255129050) · Ahmet Ateş (255129005)      Tarih: 2026-06-10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 ve Kapsam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0" y="164592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11 sürümünü QMOOD modeliyle analiz edip kalite evrimini ölçmek; aynı metrikleri ≥3 LLM'e verip yorum yeteneklerini kıyaslamak.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jsoup?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Tek/sürekli git geçmişi, zengin kalıtım-polimorfizm (Node→Element...), yönetilebilir boyut (~250 sınıf), düzenli sürüm yayını.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Özgünlük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448056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hazır araç yok: metrikler javalang ile kendi çözümleyicimizle çıkarıldı (yönerge: hazır sonuç kullanımı yasak).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Modeli: Metrik → Tasarım Özelliği → Kalite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metrikleri (sistem düzeyi)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boyut · NOH hiyerarşi · ANA soyutlama · DAM kapsülleme · DCC coupling · CAM cohesion · MOA kompozisyon · MFA kalıtım · NOP polimorfizm · CIS mesajlaşma · NOM karmaşıklık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Kalite Niteliği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· Flexibility · Understandability · Functionality · Extendibility · Effectiveness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Denklemleri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Reusability   = -0.25·DCC +0.25·CAM +0.50·CIS +0.50·DSC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Flexibility    =  0.25·DAM -0.25·DCC +0.50·MOA +0.50·NOP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Understand.  = -0.33·(ANA+DCC+NOP+NOM+DSC)+0.33·(DAM+CAM)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=  0.12·CAM +0.22·(NOP+CIS+DSC+NOH)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Extendibility =  0.50·(ANA+MFA+NOP) -0.50·DCC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Effectiveness =  0.20·(ANA+DAM+MOA+MFA+NOP)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 Çıkarım Pipeline'ı (kendi geliştirdiğimiz)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757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sürümü git archive ile indir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9524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049524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50592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javalang AST'den CK metrikleri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2544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51476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951476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5254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düzeyi QMOOD + kalite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3428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3428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5449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45936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tabloları üret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55380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8755380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56448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47888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Grafikler (figures/)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5840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5733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065733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058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karşılaştırma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 sınıf  ·  73 → 91 dosya  ·  çözümlenemeyen dosya = 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SÜRECI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Tasarım Boyutu Büyümesi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design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321040" y="173736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019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4582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(sınıf sayısı) büyümesi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21040" y="33832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321040" y="35478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D5A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sürüm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1.14.1 → 1.22.2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21040" y="50292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51937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5820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(ort. metot/sınıf)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9.08 → 9.58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Niteliklerinin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quality_n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80" y="1554480"/>
            <a:ext cx="9814560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nitelikler artıyor (Reusability +%9, Flexibility +%8); </a:t>
            </a:r>
            <a:pPr algn="ctr"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Understandability tek yönlü kötüleşiyor (-%20). </a:t>
            </a:r>
            <a:pPr algn="ctr" indent="0" marL="0">
              <a:buNone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yönlü evrim.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 ↑ vs Cohesion ↓ — Teknik Borç Makası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oupling_coh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32709"/>
            <a:ext cx="7498080" cy="4089862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229600" y="18288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9933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3667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(cohesion) düşüşü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0" y="347472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6393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36676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 (CK) artışı — çapraz doğrulama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0" y="51206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5285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366760" y="6035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DCC/CBO (coupling) artışı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TARTIŞMA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Borç: Kontrollü Birikim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cohesion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-8.0%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kapsülleme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6364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karmaşıklık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15400" y="1901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+17.4%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651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+ MFA (olumlu)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erozyonu en güçlü sinyal: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ve LCOM iki bağımsız metrik aynı yöne işaret ediyor.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MOA/MFA artışı (+%17) bilinçli kompozisyon/kalıtım iyileştirmesi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yıkıcı değil, kontrollü bir borç tablosu.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noktası ≈ 1.20.1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(ANA/DAM dip, LCOM zirve) →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1.21.2+ kısmi toparlanma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(ANA, MFA, NOH yukarı): ekip borcu fark edip ödemeye başlamış.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Ortalamalarının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k_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değişimi (1.14.1 → 1.22.2)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2148840"/>
          <a:ext cx="3474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DESTEKLİ DEĞERLENDİRME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LLM Yapılandırması, Tek Ortak Prompt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Think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Fable, Sonnet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Smart, Think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Expert, Inst-Std, Inst-Think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x2, Flash x3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prompt (01_full_evolution_prompt.txt) — rol atama, denklem gömme, sayısal-kanıt zorunluluğu, yapılandırılmış 5 başlık.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Puanlama — Sıralama (40 üzerinden)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llm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82585"/>
            <a:ext cx="7315200" cy="3990109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0467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kriter × 5 puan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210312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kanıt · Denklem doğruluğu · DSC-artefakt farkındalığı · zamansal granülerlik · halüsinasyon direnci · refactoring somutluğu · sınırlama farkındalığı · analitik derinlik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46720" y="4663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Lider: claude_opusHigh (40/40)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zayıf: Gemini Flash-Lite (18) / Standard (23)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Bulgular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Uzlaşı yüksek.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modelin tamamı 'dış kalite artıyor, iç kalite geriliyor' anlatısında birleşti — bizim analizimizle örtüşüyor.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8716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halüsinasyonu YOK.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model sayısal değer uydurmadı (sayısal-kanıt kuralının başarısı).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1129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1985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adı halüsinasyonu.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Bazı modeller toplu veriden türetilemeyecek sınıf adlarını (Parser, Element...) refactoring hedefi gösterdi.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52544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Ayırt edici: DSC-artefakt.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güçlü yanıt, Reusability +%27'nin tamamının boyut kaynaklı olduğunu sayısal ayrıştırdı (kalite bileşeni 1.969→1.958).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Belirleyici: çalıştırma modu.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Reasoning/extended modu kademeden önemli: Gemini Flash-Extended (30) Pro'lara yaklaştı, Flash-Lite (18) en zayıf.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VE GELECEK ÇALIŞMALAR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1.14→1.22 boyunca olgun ve kontrollü yönetilen bir kütüphane: yeniden kullanılabilirlik ve esneklik artarken anlaşılabilirlik kademeli azaldı; cohesion en belirgin teknik borç eğilimi. QMOOD bu çift yönlü evrimi nicel olarak yakalayabildi.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nitelikte uzlaştı; ayrışma derinlikte oldu — üst kademe reasoning modları, çıktıyı sınıf düzeyi veriyle çapraz doğrulama koşuluyla güvenilir yorum üretti.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Gelecek çalışmalar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proje karşılaştırması (C# + Java)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yanıtlarının API ile otomatik, çok-tekrarlı toplanması + istatistik anlamlılık testi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eğilimleri ile gerçek hata/commit kayıtları arasındaki korelasyon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Tabanlı Yazılım Kalitesi Analizi — jsoup</dc:title>
  <dc:subject>PptxGenJS Presentation</dc:subject>
  <dc:creator>QMOOD Projesi</dc:creator>
  <cp:lastModifiedBy>QMOOD Projesi</cp:lastModifiedBy>
  <cp:revision>1</cp:revision>
  <dcterms:created xsi:type="dcterms:W3CDTF">2026-06-10T18:19:45Z</dcterms:created>
  <dcterms:modified xsi:type="dcterms:W3CDTF">2026-06-10T18:19:45Z</dcterms:modified>
</cp:coreProperties>
</file>